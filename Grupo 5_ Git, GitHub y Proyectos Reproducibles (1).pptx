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JetBrains Mono"/>
      <ns0:bold ns1:id="rIdFont16"/>
      <ns0:regular ns1:id="rIdFont17"/>
    </ns0:embeddedFont>
    <ns0:embeddedFont>
      <ns0:font typeface="Plus Jakarta Sans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2960d2ef-1469-4b29-b9f1-295ae182e607.fntdata" /><ns0:Relationship Id="rIdFont17" Type="http://schemas.openxmlformats.org/officeDocument/2006/relationships/font" Target="fonts/d40c88f6-d551-4cc3-93d7-bf0d06f8380e.fntdata" /><ns0:Relationship Id="rIdFont18" Type="http://schemas.openxmlformats.org/officeDocument/2006/relationships/font" Target="fonts/7f88f0b9-4bff-45dc-adc2-b07633de5993.fntdata" /><ns0:Relationship Id="rIdFont19" Type="http://schemas.openxmlformats.org/officeDocument/2006/relationships/font" Target="fonts/18bd2951-d6f7-4350-8095-282b9ae528f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69389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26009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GRUPO 5 • EXPOSICIÓN ACADÉMICA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4985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Git, GitHub, README y Proyectos Reproducibles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17590"/>
            <a:ext cx="676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Fundamentos del control de versiones, colaboración y buenas prácticas de desarrollo.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29805"/>
            <a:ext cx="3352800" cy="2228850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725042"/>
            <a:ext cx="3352800" cy="2238375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29805"/>
            <a:ext cx="3352800" cy="2228850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62500" y="4382392"/>
            <a:ext cx="1257300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07270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306794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307270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012" y="3196530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7" y="3191767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196530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ANDER • PERSONA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6200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¿Qué es Git y qué problema resuelve?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720405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Control de Versiones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101405"/>
            <a:ext cx="2762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Sistema distribuido para rastrear cambios en código fuente.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715642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Adiós al Caos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0" y="4096642"/>
            <a:ext cx="27622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Elimina archivos duplicados tipo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3720405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Trabajo en Equipo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4101405"/>
            <a:ext cx="2762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Fusiona aportes simultáneos sin perder información previa.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9650" y="4401442"/>
            <a:ext cx="14573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JetBrains Mono"/>
              </a:rPr>
              <a:t>v2_final.zip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44117"/>
            <a:ext cx="3352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944117"/>
            <a:ext cx="3352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4117"/>
            <a:ext cx="33528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944117"/>
            <a:ext cx="57150" cy="1838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2944117"/>
            <a:ext cx="57150" cy="18383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44117"/>
            <a:ext cx="57150" cy="1838325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OSCAR • PERSONA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Repositorio, commit y seguimiento de cambios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287017"/>
            <a:ext cx="342542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Repositorio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668017"/>
            <a:ext cx="2705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Base de datos que almacena todo el historial y archivos del proyecto.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3287017"/>
            <a:ext cx="342542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9650" y="3668017"/>
            <a:ext cx="2705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Fotografía instantánea o punto de control guardado en el tiempo.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0" y="3287017"/>
            <a:ext cx="342542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Seguimiento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0" y="3668017"/>
            <a:ext cx="2705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Monitoreo continuo de modificaciones, adiciones y eliminaciones.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77430"/>
            <a:ext cx="5219700" cy="9525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77430"/>
            <a:ext cx="5219700" cy="9525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958530"/>
            <a:ext cx="5219700" cy="9525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58530"/>
            <a:ext cx="5219700" cy="9525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MELVIN • PERSONA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Comandos básicos de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006030"/>
            <a:ext cx="967233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JetBrains Mono"/>
              </a:rPr>
              <a:t>git 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1183" y="3034605"/>
            <a:ext cx="371906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Inicia un repositorio nuevo en el directorio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006030"/>
            <a:ext cx="72568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JetBrains Mono"/>
              </a:rPr>
              <a:t>git 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7935" y="3034605"/>
            <a:ext cx="3960614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Prepara los cambios seleccionados para el siguiente commit.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187130"/>
            <a:ext cx="940891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JetBrains Mono"/>
              </a:rPr>
              <a:t>git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4841" y="4215705"/>
            <a:ext cx="374540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Guarda formalmente los cambios con un mensaje descriptivo.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187130"/>
            <a:ext cx="832991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JetBrains Mono"/>
              </a:rPr>
              <a:t>git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5241" y="4215705"/>
            <a:ext cx="385330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Sube los commits locales al repositorio remoto en la nube.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63117"/>
            <a:ext cx="5162550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691705"/>
            <a:ext cx="5162550" cy="234315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10792"/>
            <a:ext cx="47625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3139380"/>
            <a:ext cx="371475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CARLOS • PERSONA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Diferencia entre Git y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82292"/>
            <a:ext cx="577572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10917"/>
            <a:ext cx="4495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Herramienta de software instalada localmente en tu computadora para gestionar versiones de código sin requerir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8450" y="3710880"/>
            <a:ext cx="554355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4139505"/>
            <a:ext cx="4495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Plataforma web en la nube para alojar repositorios Git y potenciar la colaboración en equipo a nivel global.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63167"/>
            <a:ext cx="3352800" cy="1762125"/>
          </a:xfrm>
          <a:prstGeom prst="roundRect">
            <a:avLst>
              <a:gd name="adj" fmla="val 86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963167"/>
            <a:ext cx="3352800" cy="1762125"/>
          </a:xfrm>
          <a:prstGeom prst="roundRect">
            <a:avLst>
              <a:gd name="adj" fmla="val 86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34580"/>
            <a:ext cx="335280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MARIO • PERSONA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README.md y Reproducibilidad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267967"/>
            <a:ext cx="36004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¿Qué es README.md?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648967"/>
            <a:ext cx="2838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Documento principal escrito en Markdown que explica qué es el proyecto y cómo utilizarlo.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3267967"/>
            <a:ext cx="36004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Información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3648967"/>
            <a:ext cx="2838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Requisitos previos, dependencias necesarias y pasos de instalación y ejecución.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139380"/>
            <a:ext cx="36004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Proyecto Reproducible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520380"/>
            <a:ext cx="2838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Garantiza que cualquier usuario pueda clonar y ejecutar el software obteniendo idénticos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0208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39268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38328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402085"/>
            <a:ext cx="5715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8900" y="2649735"/>
            <a:ext cx="952500" cy="3429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92685"/>
            <a:ext cx="5715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5775" y="3640335"/>
            <a:ext cx="3095625" cy="3429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4383285"/>
            <a:ext cx="5715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91575" y="4630935"/>
            <a:ext cx="2409825" cy="3429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OBLIGATORIO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4295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Componente Práctico: Repositorio Básico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0" y="2725935"/>
            <a:ext cx="7810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git 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9125" y="3716535"/>
            <a:ext cx="2924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git add . &amp;&amp; git commit -m "init"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4925" y="4707135"/>
            <a:ext cx="2238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git remote add origin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2592585"/>
            <a:ext cx="67883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Inicializar repositorio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2849760"/>
            <a:ext cx="646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Crea la estructura base de control de versiones en tu carpeta de trabajo.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3583185"/>
            <a:ext cx="66133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Agregar y guardar cambios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3840360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Prepara los archivos del proyecto y registra el primer punto de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4573785"/>
            <a:ext cx="59382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Conectar con repositorio remoto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4830960"/>
            <a:ext cx="5655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Vincula tu proyecto local con la plataforma en la nube (GitHub).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92858"/>
            <a:ext cx="5219700" cy="1198066"/>
          </a:xfrm>
          <a:prstGeom prst="roundRect">
            <a:avLst>
              <a:gd name="adj" fmla="val 95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92858"/>
            <a:ext cx="5219700" cy="1198066"/>
          </a:xfrm>
          <a:prstGeom prst="roundRect">
            <a:avLst>
              <a:gd name="adj" fmla="val 95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819525"/>
            <a:ext cx="5219700" cy="1411337"/>
          </a:xfrm>
          <a:prstGeom prst="roundRect">
            <a:avLst>
              <a:gd name="adj" fmla="val 80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38900" y="2907208"/>
            <a:ext cx="4619625" cy="460920"/>
          </a:xfrm>
          <a:prstGeom prst="roundRect">
            <a:avLst>
              <a:gd name="adj" fmla="val 82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96150" y="3130004"/>
            <a:ext cx="1123950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48175" y="4333875"/>
            <a:ext cx="933450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0600" y="4556670"/>
            <a:ext cx="1409700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659558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2659558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086225"/>
            <a:ext cx="1333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OBLIGATORIO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4295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Estructura del README.md para Ejecución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621458"/>
            <a:ext cx="6250781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Descripción y Prerrequisitos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2916733"/>
            <a:ext cx="4857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Explica brevemente el propósito del software e indica las herramientas necesarias instaladas (Node.js, Python, Git).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2621458"/>
            <a:ext cx="5753100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Instalación y Dependencias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916733"/>
            <a:ext cx="4857750" cy="445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Lista los comandos exactos para descargar dependencias ( o 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048125"/>
            <a:ext cx="6250781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Instrucciones Claras de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4343400"/>
            <a:ext cx="4857750" cy="658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Proporciona el comando definitivo de arranque ( o ) para garantizar que el proyecto sea 100% reproducible por cualquier evaluador.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2926258"/>
            <a:ext cx="4638675" cy="422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JetBrains Mono"/>
              </a:rPr>
              <a:t>npm 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3149054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JetBrains Mono"/>
              </a:rPr>
              <a:t>pip 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275" y="4352925"/>
            <a:ext cx="1143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JetBrains Mono"/>
              </a:rPr>
              <a:t>npm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4575720"/>
            <a:ext cx="16859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JetBrains Mono"/>
              </a:rPr>
              <a:t>python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167187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26928" y="2652712"/>
            <a:ext cx="5138142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¡Muchas 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86137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¿Tienen alguna pregunta o comentario sobre nuestra presentación y el repositorio práctico?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